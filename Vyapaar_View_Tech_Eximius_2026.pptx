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383280" cy="4572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 EXIMIUS 2026 —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Vyapaar-View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1A1AA"/>
                </a:solidFill>
                <a:latin typeface="Calibri"/>
              </a:defRPr>
            </a:pPr>
            <a:r>
              <a:t>AI-Powered Business Intelligence Platform for Indian SMEs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11480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66F1"/>
                </a:solidFill>
                <a:latin typeface="Calibri"/>
              </a:defRPr>
            </a:pPr>
            <a:r>
              <a:t>"Apna Vyapaar, Apna Insight."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  <a:latin typeface="Calibri"/>
              </a:defRPr>
            </a:pPr>
            <a:r>
              <a:t>Team: EurekaX  |  Theme: AI &amp; Machine Learning / FinTech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217920"/>
            <a:ext cx="48463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01 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Indian SMEs Are Flying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Calibri"/>
              </a:defRPr>
            </a:pPr>
            <a:r>
              <a:t>63 million+ MSMEs in India lack affordable AI-driven tools to make data-backed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606040" cy="3200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788920"/>
            <a:ext cx="25146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Cash Flow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78% of SMEs face unexpected cash shortages. No real-time visibility into incoming vs outgoing cash.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743200"/>
            <a:ext cx="2606040" cy="3200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59" y="278892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59" y="3429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Customer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59" y="384048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Businesses lose 15-25% of revenue from undetected customer churn. No early-warning systems exist.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743200"/>
            <a:ext cx="2606040" cy="3200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2788920"/>
            <a:ext cx="2514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429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Data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84048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Most SMEs rely on Excel or manual registers. No profit predictions, demand forecasting, or trend analysis.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743200"/>
            <a:ext cx="2606040" cy="3200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278892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2971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🏷️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429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Inventory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84048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Overstocking &amp; stockouts cost Indian retail ₹1.2L Cr/year. No smart inventory management.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1717A"/>
                </a:solidFill>
                <a:latin typeface="Calibri"/>
              </a:defRPr>
            </a:pPr>
            <a:r>
              <a:t>⚡ Only 5% of Indian SMEs use any form of AI/ML in their operations — Source: NASSCOM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02 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Vyapaar-View: Your AI Business Co-Pilot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Calibri"/>
              </a:defRPr>
            </a:pPr>
            <a:r>
              <a:t>A full-stack, ML-powered business intelligence platform designed specifically for Indian SMEs. It transforms raw sales, expense, and customer data into actionable insights — profit predictions, churn alerts, CLV scoring, demand forecasting, and automated daily reports via Telegram.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029200" cy="16459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971800"/>
            <a:ext cx="4937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🇮🇳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Built for India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INR-first, GST-aware, Hindi-ready. Tuned for Indian retail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926080"/>
            <a:ext cx="5029200" cy="16459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2971800"/>
            <a:ext cx="4937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154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6118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 at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023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4 trained ML models: Profit, Churn, CLV (RFM), and Demand forecasting.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5029200" cy="16459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00600"/>
            <a:ext cx="4937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Telegram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852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Automated daily close-of-business reports sent to your phone.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754880"/>
            <a:ext cx="5029200" cy="16459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4800600"/>
            <a:ext cx="4937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440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 Infrastructure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852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Deployed on Vercel — no servers, no setup. Just login and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03  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Comprehensive Analytics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32918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Real-time KPIs — Total Revenue, Net Profit, Cash Balance, Business Health Score with sparkline trends.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57400"/>
            <a:ext cx="32918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Profit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ML-powered monthly profit forecasting using Linear Regression on revenue &amp; expense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01168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9560" y="2057400"/>
            <a:ext cx="32918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Churn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10896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Logistic Regression model identifies at-risk customers based on purchase frequency &amp; spending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389120"/>
            <a:ext cx="32918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Customer Lifetime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RFM-based CLV scoring (Recency 40%, Frequency 35%, Monetary 25%) with 4 customer segments.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34340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389120"/>
            <a:ext cx="329184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4068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Smart stock tracking with low-inventory alerts and product-level analytics.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343400"/>
            <a:ext cx="3383280" cy="214884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4389120"/>
            <a:ext cx="32918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Revenue &amp; Expense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44068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Monthly revenue vs expense breakdown with payment mode analysis (UPI, Cash, Card, etc.).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03  KEY FEATURES (CONTINUED)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Advanced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011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4937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Telegram Bot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Daily close-of-business reports auto-sent to shop owner's Telegram — revenue, profit, orders, and low-stock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5029200" cy="2011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2057400"/>
            <a:ext cx="4937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97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Discover top-selling products, seasonal demand patterns, and performance trends over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51960"/>
            <a:ext cx="4937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Production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Demand-based production planning with time-series forecasting for manufacturing units.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206240"/>
            <a:ext cx="5029200" cy="2011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4251960"/>
            <a:ext cx="4937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3035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Built-in conversational AI assistant for natural-language queries about your business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04  CLV PREDICTION —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RFM-Powered Customer Lifetime Value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RFM Scoring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Recency (40%) — How recently a customer purchased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Frequency (35%) — How often they purchase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Monetary (25%) — How much they spend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Each scored 1-5, combined into composite RFM score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Linear Regression predicts 12-month CLV from RFM features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Customers auto-segmented into 4 tiers: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Customer Segments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51760"/>
            <a:ext cx="4846320" cy="868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2697480"/>
            <a:ext cx="47548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337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749040"/>
            <a:ext cx="4297680" cy="-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RFM ≥ 4.0 — Highest value, most engaged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657600"/>
            <a:ext cx="4846320" cy="868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3703320"/>
            <a:ext cx="4754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886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3434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Loyal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754880"/>
            <a:ext cx="4297680" cy="-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RFM ≥ 3.0 — Consistent buyers, brand loyalists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4846320" cy="868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4709160"/>
            <a:ext cx="4754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892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49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60720"/>
            <a:ext cx="4297680" cy="-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RFM ≥ 2.0 — Declining engagement, need retention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669280"/>
            <a:ext cx="4846320" cy="86868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5715000"/>
            <a:ext cx="47548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897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3550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766560"/>
            <a:ext cx="4297680" cy="-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RFM &lt; 2.0 — Inactive, likely churned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1717A"/>
                </a:solidFill>
                <a:latin typeface="Calibri"/>
              </a:defRPr>
            </a:pPr>
            <a:r>
              <a:t>API Endpoints:  /clv/predict  •  /clv/summary  •  /clv/top-customers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05 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End-to-End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Excel files (Sales, Expenses, Customers, Inventory) loaded via Pandas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Column normalization, date parsing, store/year filtering via utils.py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RFM computation, revenue aggregation, time-series indexing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4904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 Model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Linear Regression (Profit, CLV, Demand) + Logistic Regression (Churn)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8912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FastAPI REST endpoints serve predictions via 10+ route modules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02920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6️⃣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React + TypeScript + Recharts renders interactive visualizations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669280"/>
            <a:ext cx="27432" cy="182880"/>
          </a:xfrm>
          <a:prstGeom prst="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52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7️⃣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8521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8521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Calibri"/>
              </a:defRPr>
            </a:pPr>
            <a:r>
              <a:t>Telegram Bot API sends automated daily business summaries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06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Full-Stack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520440" cy="43891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34290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🖥️ Frontend (Presentation Layer)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React 18 + TypeScript + Vite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TanStack React Query for data fetching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Recharts for interactive charts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TailwindCSS + shadcn/ui components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Framer Motion animations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Deployed on Vercel CDN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520440" cy="43891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057400"/>
            <a:ext cx="34290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⚙️ Backend (API Layer)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FastAPI (Python) — High-performance async API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10 route modules: profit, churn, clv, finance, demand, inventory, customers, analytics, bot, notify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CORS middleware for cross-origin access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Pandas for data processing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Deployed as Vercel Serverless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20440" cy="438912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2057400"/>
            <a:ext cx="3429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🧠 ML Layer (Intelligence)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scikit-learn models trained on-the-fly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Linear Regression → Profit, CLV, Demand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Logistic Regression → Churn prediction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MinMaxScaler for feature normalization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RFM (Recency, Frequency, Monetary) engine</a:t>
            </a:r>
          </a:p>
          <a:p>
            <a:pPr>
              <a:spcAft>
                <a:spcPts val="800"/>
              </a:spcAft>
              <a:defRPr sz="1100">
                <a:solidFill>
                  <a:srgbClr val="A1A1AA"/>
                </a:solidFill>
                <a:latin typeface="Calibri"/>
              </a:defRPr>
            </a:pPr>
            <a:r>
              <a:t>▸  Extensible model pipeline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07 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Technologies Powering Vyapaar-View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6F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8288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UI component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Type-safe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Lightning-fast build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TailwindCSS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Utility-first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406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Chart visualizations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Framer 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Smooth animations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423160"/>
            <a:ext cx="182880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651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Async Python web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291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 3.11+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5204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Core language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160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Data manipulation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800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Data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2120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python-multipart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4406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Form handling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852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urllib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6080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HTTP for Telegram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2423160"/>
            <a:ext cx="182880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2651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ML model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3291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5204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Numerical computing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LinearRegression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160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Profit, CLV,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LogisticRegression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800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Churn prediction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2120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MinMaxScaler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4406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Feature scaling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5852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RFM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6080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Customer segmentation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2423160"/>
            <a:ext cx="182880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0" y="2651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28803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Frontend + Serverless deploy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3291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35204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Version control &amp; CI/CD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0" y="3931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Telegram Bot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160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Push notifications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4572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CORS Middleware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800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Cross-origin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52120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Excel/XLSX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44067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Data source format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8521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60807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JSON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08  INNOVATION &amp;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Makes Vyapaar-View Different?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5740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India-First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Built ground-up for Indian MSME patterns — INR formatting, Indian fiscal cycles, GST-aware calculations, and localized business insights.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2057400"/>
            <a:ext cx="34747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ML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Models retrain on every API call with latest data — no stale predictions. Dynamic feature engineering adapts to changing business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01168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2057400"/>
            <a:ext cx="3474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697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RFM + ML Hybrid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Combines traditional RFM customer segmentation with Linear Regression for CLV prediction — proven approach used by enterprises, now accessible to SMEs.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34747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WhatsApp-Style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Telegram bot integration sends daily business summaries — revenue, profit, low-stock alerts — right to the shop owner's phone.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438912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4434840"/>
            <a:ext cx="34747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43F5E"/>
                </a:solidFill>
                <a:latin typeface="Calibri"/>
              </a:defRPr>
            </a:pPr>
            <a:r>
              <a:t>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Zero Cost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486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Entirely serverless on Vercel's free tier. No AWS bills, no server maintenance. Perfect for bootstrapped Indian businesses.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4389120"/>
            <a:ext cx="3566160" cy="219456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999" y="4434840"/>
            <a:ext cx="34747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5074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Modular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4864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Calibri"/>
              </a:defRPr>
            </a:pPr>
            <a:r>
              <a:t>10 independent route modules + 4 ML models = easily extensible. Add new prediction models or data sources without touching existing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09  REAL-WORLD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Measurable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60604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2514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Prediction</a:t>
            </a:r>
            <a:br/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Profit forecasting accuracy on test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103120"/>
            <a:ext cx="260604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59" y="2148840"/>
            <a:ext cx="2514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23774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alibri"/>
              </a:defRPr>
            </a:pPr>
            <a:r>
              <a:t>18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Cash Shortage</a:t>
            </a:r>
            <a:br/>
            <a:r>
              <a:t>Prevented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3840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Average early warning before cash crisis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103120"/>
            <a:ext cx="260604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79" y="2148840"/>
            <a:ext cx="2514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3774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Churn</a:t>
            </a:r>
            <a:br/>
            <a:r>
              <a:t>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840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Potential customer retention improvement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103120"/>
            <a:ext cx="260604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148840"/>
            <a:ext cx="25146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37744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Calibri"/>
              </a:defRPr>
            </a:pPr>
            <a:r>
              <a:t>₹2.4Cr+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2004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Revenue</a:t>
            </a:r>
            <a:br/>
            <a:r>
              <a:t>Tracked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840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7A"/>
                </a:solidFill>
                <a:latin typeface="Calibri"/>
              </a:defRPr>
            </a:pPr>
            <a:r>
              <a:t>Total transaction volume processed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Target Users &amp;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Kirana store owners tracking daily revenue and predicting monthly profit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Retail chain managers identifying high-value customers for loyalty programs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Manufacturing units optimizing production based on demand forecasting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Calibri"/>
              </a:defRPr>
            </a:pPr>
            <a:r>
              <a:t>▸  Small business owners getting daily Telegram summaries without opening any 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10  FEASIBILITY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Production-Ready &amp; 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✅ Current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Fully deployed on Vercel — Live at vyapaar-view-customer-lifetime-valu.vercel.app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10 REST API endpoints serving real predictions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React TypeScript frontend with 12+ dashboard pages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4 ML models trained and serving predictions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Telegram bot integration for automated reporting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Excel-based data ingestion — familiar format for SMEs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Calibri"/>
              </a:defRPr>
            </a:pPr>
            <a:r>
              <a:t>🚀 Future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PostgreSQL/MongoDB for scalable data storage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WhatsApp Business API integration (broader reach)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Multi-language support (Hindi, Marathi, Tamil)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Mobile app (React Native) for on-the-go access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Advanced models: ARIMA for time-series, XGBoost for churn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Multi-store management for retail chains</a:t>
            </a:r>
          </a:p>
          <a:p>
            <a:pPr>
              <a:spcAft>
                <a:spcPts val="800"/>
              </a:spcAft>
              <a:defRPr sz="1300">
                <a:solidFill>
                  <a:srgbClr val="A1A1AA"/>
                </a:solidFill>
                <a:latin typeface="Calibri"/>
              </a:defRPr>
            </a:pPr>
            <a:r>
              <a:t>▸  GST return auto-generation from transaction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6F1"/>
                </a:solidFill>
                <a:latin typeface="Calibri"/>
              </a:defRPr>
            </a:pPr>
            <a:r>
              <a:t>11  LIVE DEMO &amp;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See It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103120"/>
            <a:ext cx="8503920" cy="914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4519" y="2148840"/>
            <a:ext cx="36576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366F1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Live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06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vyapaar-view-customer-lifetime-valu.vercel.app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8503920" cy="914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3246120"/>
            <a:ext cx="36576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B5CF6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03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github.com/Ajijars/Vyapaar-view-Customer-Lifetime-Value-Prediction-CLV-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297679"/>
            <a:ext cx="8503920" cy="914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4519" y="4343399"/>
            <a:ext cx="36576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44348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0B981"/>
                </a:solidFill>
                <a:latin typeface="Calibri"/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348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0059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Deployed as Vercel Serverless Functions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394959"/>
            <a:ext cx="8503920" cy="9144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5440679"/>
            <a:ext cx="36576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60" y="55321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59E0B"/>
                </a:solidFill>
                <a:latin typeface="Calibri"/>
              </a:defRPr>
            </a:pPr>
            <a:r>
              <a:t>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5321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Telegram Bot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8978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Automated daily business summary notifications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1A1AA"/>
                </a:solidFill>
                <a:latin typeface="Calibri"/>
              </a:defRPr>
            </a:pPr>
            <a:r>
              <a:t>Vyapaar-View — Apna Vyapaar, Apna Insight.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1752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  <a:latin typeface="Calibri"/>
              </a:defRPr>
            </a:pPr>
            <a:r>
              <a:t>Team EurekaX  •  Tech Eximius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  <a:latin typeface="Calibri"/>
              </a:defRPr>
            </a:pPr>
            <a:r>
              <a:t>Ajij Rafik Shaikh  |  ajijshaikh2005@gmail.com</a:t>
            </a:r>
            <a:br/>
            <a:br/>
            <a:r>
              <a:t>🌐 vyapaar-view-customer-lifetime-valu.vercel.app</a:t>
            </a:r>
            <a:br/>
            <a:r>
              <a:t>📂 github.com/Ajijars/Vyapaar-view-Customer-Lifetime-Value-Prediction-CLV-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